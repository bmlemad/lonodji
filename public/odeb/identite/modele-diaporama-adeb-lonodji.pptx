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OMBR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448056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clair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320040"/>
            <a:ext cx="868680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adeb-lonodji-logo-horizontal-superposable-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5760"/>
            <a:ext cx="4846320" cy="1554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14884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343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Sous-titre, occasion, lieu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03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· nom de l’intervenant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2C9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partie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phrase qui annonce ce que la partie va montrer.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idée par diapositive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ET TEXTE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texte courant se lit à seize points ; une diapositive ne porte qu’une idée, dite en trois lignes au plus.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 court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deuxième point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troisième, pas davantage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Comparer, mettre côte à côte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 OU TROIS COLONNES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Première colonne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2538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colonne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7797" y="1737360"/>
            <a:ext cx="3515258" cy="4206240"/>
          </a:xfrm>
          <a:prstGeom prst="roundRect">
            <a:avLst>
              <a:gd name="adj" fmla="val 4162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2117" y="2011680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96477" y="198424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colonne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697480"/>
            <a:ext cx="296661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contient.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point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autre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Trois chiffres, datés et sourcés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CHIFFRES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345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828800"/>
            <a:ext cx="3515258" cy="2926080"/>
          </a:xfrm>
          <a:prstGeom prst="roundRect">
            <a:avLst>
              <a:gd name="adj" fmla="val 5000"/>
            </a:avLst>
          </a:prstGeom>
          <a:solidFill>
            <a:srgbClr val="F4F6F1"/>
          </a:solidFill>
          <a:ln w="9525">
            <a:solidFill>
              <a:srgbClr val="D5DD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10312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dirty="0">
                <a:solidFill>
                  <a:srgbClr val="173B2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6 %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4290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que le chiffre compte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886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Source, date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chiffre sans sa source et sa date ne se présente pas.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0241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 qui vient ensuite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ÉTAPES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Première étape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830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34440" y="3035808"/>
            <a:ext cx="10378440" cy="0"/>
          </a:xfrm>
          <a:prstGeom prst="line">
            <a:avLst/>
          </a:prstGeom>
          <a:noFill/>
          <a:ln w="9525">
            <a:solidFill>
              <a:srgbClr val="D5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8211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étape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1089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34440" y="4361688"/>
            <a:ext cx="10378440" cy="0"/>
          </a:xfrm>
          <a:prstGeom prst="line">
            <a:avLst/>
          </a:prstGeom>
          <a:noFill/>
          <a:ln w="9525">
            <a:solidFill>
              <a:srgbClr val="D5DD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07992"/>
            <a:ext cx="457200" cy="457200"/>
          </a:xfrm>
          <a:prstGeom prst="ellipse">
            <a:avLst/>
          </a:prstGeom>
          <a:solidFill>
            <a:srgbClr val="B6CF45"/>
          </a:solidFill>
          <a:ln w="12700">
            <a:solidFill>
              <a:srgbClr val="B6CF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3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étape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4348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24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 qu’elle demande, qui la porte, quand.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5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nodji/public/odeb/identite/odeb-lonodji-embleme-superposable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9144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315468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Courage · Discipline · Héritage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443484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Association de Développement et d’Entraide de Bédjondo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CE6D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lonodji.org · +235 66 29 94 03 (appel et WhatsApp)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AB9B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ADEB LONODJI · lonodji.org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ADEB LONODJI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diaporama ADEB LONODJI</dc:title>
  <dc:subject>Identité visuelle « Les Pas vers l'Avenir »</dc:subject>
  <dc:creator>ADEB LONODJI</dc:creator>
  <cp:lastModifiedBy>ADEB LONODJI</cp:lastModifiedBy>
  <cp:revision>1</cp:revision>
  <dcterms:created xsi:type="dcterms:W3CDTF">2026-09-29T01:54:36Z</dcterms:created>
  <dcterms:modified xsi:type="dcterms:W3CDTF">2026-09-29T01:54:36Z</dcterms:modified>
</cp:coreProperties>
</file>