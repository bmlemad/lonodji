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SOMBR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nodji/public/odeb/identite/odeb-lonodji-embleme-superposable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448056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nodji/public/odeb/identite/odeb-lonodji-embleme-clair-superposable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0095" y="320040"/>
            <a:ext cx="868680" cy="8686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nodji/public/odeb/identite/odeb-lonodji-logo-horizontal-superposable-10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65760"/>
            <a:ext cx="4846320" cy="1554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148840"/>
            <a:ext cx="8595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Titre de la présentation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343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D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Sous-titre, occasion, lieu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03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9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Date · nom de l’intervenant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9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ODEB LONODJI · lonodji.org/odeb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rgbClr val="F2C94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Titre de la partie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DCE6D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Une phrase qui annonce ce que la partie va montrer.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9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ODEB LONODJI · lonodji.org/odeb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981425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9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0241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Une idée par diapositive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TITRE ET TEXTE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 texte courant se lit à seize points ; une diapositive ne porte qu’une idée, dite en trois lignes au plus.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point court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deuxième point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troisième, pas davantage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ODEB LONODJI · lonodji.org/odeb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981425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0241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Comparer, mettre côte à côte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DEUX OU TROIS COLONNES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15258" cy="4206240"/>
          </a:xfrm>
          <a:prstGeom prst="roundRect">
            <a:avLst>
              <a:gd name="adj" fmla="val 4162"/>
            </a:avLst>
          </a:prstGeom>
          <a:solidFill>
            <a:srgbClr val="F4F6F1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B6CF45"/>
          </a:solidFill>
          <a:ln w="12700">
            <a:solidFill>
              <a:srgbClr val="B6CF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984248"/>
            <a:ext cx="2463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Première colonne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6661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 qu’elle contient.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point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autre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8218" y="1737360"/>
            <a:ext cx="3515258" cy="4206240"/>
          </a:xfrm>
          <a:prstGeom prst="roundRect">
            <a:avLst>
              <a:gd name="adj" fmla="val 4162"/>
            </a:avLst>
          </a:prstGeom>
          <a:solidFill>
            <a:srgbClr val="F4F6F1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2011680"/>
            <a:ext cx="457200" cy="457200"/>
          </a:xfrm>
          <a:prstGeom prst="ellipse">
            <a:avLst/>
          </a:prstGeom>
          <a:solidFill>
            <a:srgbClr val="B6CF45"/>
          </a:solidFill>
          <a:ln w="12700">
            <a:solidFill>
              <a:srgbClr val="B6CF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984248"/>
            <a:ext cx="2463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Deuxième colonne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2697480"/>
            <a:ext cx="296661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 qu’elle contient.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point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autre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27797" y="1737360"/>
            <a:ext cx="3515258" cy="4206240"/>
          </a:xfrm>
          <a:prstGeom prst="roundRect">
            <a:avLst>
              <a:gd name="adj" fmla="val 4162"/>
            </a:avLst>
          </a:prstGeom>
          <a:solidFill>
            <a:srgbClr val="F4F6F1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2117" y="2011680"/>
            <a:ext cx="457200" cy="457200"/>
          </a:xfrm>
          <a:prstGeom prst="ellipse">
            <a:avLst/>
          </a:prstGeom>
          <a:solidFill>
            <a:srgbClr val="B6CF45"/>
          </a:solidFill>
          <a:ln w="12700">
            <a:solidFill>
              <a:srgbClr val="B6CF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0211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96477" y="1984248"/>
            <a:ext cx="2463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Troisième colonne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697480"/>
            <a:ext cx="296661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 qu’elle contient.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point</a:t>
            </a:r>
            <a:endParaRPr lang="en-US" sz="1250" dirty="0"/>
          </a:p>
          <a:p>
            <a:pPr marL="177800" indent="-1778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autre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ODEB LONODJI · lonodji.org/odeb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81425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0241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Trois chiffres, datés et sourcés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CHIFFRES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15258" cy="2926080"/>
          </a:xfrm>
          <a:prstGeom prst="roundRect">
            <a:avLst>
              <a:gd name="adj" fmla="val 5000"/>
            </a:avLst>
          </a:prstGeom>
          <a:solidFill>
            <a:srgbClr val="F4F6F1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dirty="0">
                <a:solidFill>
                  <a:srgbClr val="173B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 que le chiffre compte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8620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Source, date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8218" y="1828800"/>
            <a:ext cx="3515258" cy="2926080"/>
          </a:xfrm>
          <a:prstGeom prst="roundRect">
            <a:avLst>
              <a:gd name="adj" fmla="val 5000"/>
            </a:avLst>
          </a:prstGeom>
          <a:solidFill>
            <a:srgbClr val="F4F6F1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2538" y="210312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dirty="0">
                <a:solidFill>
                  <a:srgbClr val="173B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345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342900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 que le chiffre compte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88620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Source, date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27797" y="1828800"/>
            <a:ext cx="3515258" cy="2926080"/>
          </a:xfrm>
          <a:prstGeom prst="roundRect">
            <a:avLst>
              <a:gd name="adj" fmla="val 5000"/>
            </a:avLst>
          </a:prstGeom>
          <a:solidFill>
            <a:srgbClr val="F4F6F1"/>
          </a:solidFill>
          <a:ln w="9525">
            <a:solidFill>
              <a:srgbClr val="D5DD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02117" y="210312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dirty="0">
                <a:solidFill>
                  <a:srgbClr val="173B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6 %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42900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 que le chiffre compte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388620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Source, date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chiffre sans sa source et sa date ne se présente pas.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ODEB LONODJI · lonodji.org/odeb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981425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0241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 qui vient ensuite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ÉTAPES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856232"/>
            <a:ext cx="457200" cy="457200"/>
          </a:xfrm>
          <a:prstGeom prst="ellipse">
            <a:avLst/>
          </a:prstGeom>
          <a:solidFill>
            <a:srgbClr val="B6CF45"/>
          </a:solidFill>
          <a:ln w="12700">
            <a:solidFill>
              <a:srgbClr val="B6CF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Première étape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178308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 qu’elle demande, qui la porte, quand.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234440" y="3035808"/>
            <a:ext cx="10378440" cy="0"/>
          </a:xfrm>
          <a:prstGeom prst="line">
            <a:avLst/>
          </a:prstGeom>
          <a:noFill/>
          <a:ln w="9525">
            <a:solidFill>
              <a:srgbClr val="D5DD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182112"/>
            <a:ext cx="457200" cy="457200"/>
          </a:xfrm>
          <a:prstGeom prst="ellipse">
            <a:avLst/>
          </a:prstGeom>
          <a:solidFill>
            <a:srgbClr val="B6CF45"/>
          </a:solidFill>
          <a:ln w="12700">
            <a:solidFill>
              <a:srgbClr val="B6CF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1089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Deuxième étape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10896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 qu’elle demande, qui la porte, quand.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234440" y="4361688"/>
            <a:ext cx="10378440" cy="0"/>
          </a:xfrm>
          <a:prstGeom prst="line">
            <a:avLst/>
          </a:prstGeom>
          <a:noFill/>
          <a:ln w="9525">
            <a:solidFill>
              <a:srgbClr val="D5DD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507992"/>
            <a:ext cx="457200" cy="457200"/>
          </a:xfrm>
          <a:prstGeom prst="ellipse">
            <a:avLst/>
          </a:prstGeom>
          <a:solidFill>
            <a:srgbClr val="B6CF45"/>
          </a:solidFill>
          <a:ln w="12700">
            <a:solidFill>
              <a:srgbClr val="B6CF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07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4348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B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Troisième étape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443484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024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 qu’elle demande, qui la porte, quand.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ODEB LONODJI · lonodji.org/odeb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14255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6159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Lonodji/public/odeb/identite/odeb-lonodji-embleme-superposable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90008" y="914400"/>
            <a:ext cx="2011680" cy="2011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3154680"/>
            <a:ext cx="94484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Unité • Solidarité • Développement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371600" y="4434840"/>
            <a:ext cx="9448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CE6D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Organisation pour le Développement et l’Émergence Bedjonde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CE6D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lonodji.org/odeb · +235 66 29 94 03 (appel et WhatsApp)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AB9B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ODEB LONODJI · lonodji.org/odeb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ADEB LONODJI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Modèle de diaporama ODEB LONODJI</dc:title>
  <dc:subject>Identité visuelle « Les Pas vers l'Avenir »</dc:subject>
  <dc:creator>ADEB LONODJI</dc:creator>
  <cp:lastModifiedBy>ADEB LONODJI</cp:lastModifiedBy>
  <cp:revision>1</cp:revision>
  <dcterms:created xsi:type="dcterms:W3CDTF">2026-10-02T08:36:43Z</dcterms:created>
  <dcterms:modified xsi:type="dcterms:W3CDTF">2026-10-02T08:36:43Z</dcterms:modified>
</cp:coreProperties>
</file>