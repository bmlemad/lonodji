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SOMBR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nodji/public/odeb/identite/odeb-lonodji-embleme-superposable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448056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nodji/public/odeb/identite/odeb-lonodji-embleme-clair-superposable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320040"/>
            <a:ext cx="868680" cy="8686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nodji/public/odeb/identite/odeb-lonodji-logo-horizontal-superposable-1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4846320" cy="1554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4884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43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Sous-titre, occasion, lieu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03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 · nom de l’intervenant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ODEB LONODJI · lonodji.org/odeb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2C9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partie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6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phrase qui annonce ce que la partie va montrer.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ODEB LONODJI · lonodji.org/odeb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024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idée par diapositive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ET TEXTE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texte courant se lit à seize points ; une diapositive ne porte qu’une idée, dite en trois lignes au plus.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point court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deuxième point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troisième, pas davantage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ODEB LONODJI · lonodji.org/odeb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024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Comparer, mettre côte à côte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 OU TROIS COLONNES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4206240"/>
          </a:xfrm>
          <a:prstGeom prst="roundRect">
            <a:avLst>
              <a:gd name="adj" fmla="val 4162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8424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Première colonne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666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contient.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point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autre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8218" y="1737360"/>
            <a:ext cx="3515258" cy="4206240"/>
          </a:xfrm>
          <a:prstGeom prst="roundRect">
            <a:avLst>
              <a:gd name="adj" fmla="val 4162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2538" y="2011680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253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06898" y="198424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Deuxième colonne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2697480"/>
            <a:ext cx="29666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contient.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point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autre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7797" y="1737360"/>
            <a:ext cx="3515258" cy="4206240"/>
          </a:xfrm>
          <a:prstGeom prst="roundRect">
            <a:avLst>
              <a:gd name="adj" fmla="val 4162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2117" y="2011680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211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96477" y="198424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Troisième colonne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2697480"/>
            <a:ext cx="29666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contient.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point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autre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ODEB LONODJI · lonodji.org/odeb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024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Trois chiffres, datés et sourcés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CHIFFRES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5258" cy="2926080"/>
          </a:xfrm>
          <a:prstGeom prst="roundRect">
            <a:avLst>
              <a:gd name="adj" fmla="val 5000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173B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que le chiffre compte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Source, date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8218" y="1828800"/>
            <a:ext cx="3515258" cy="2926080"/>
          </a:xfrm>
          <a:prstGeom prst="roundRect">
            <a:avLst>
              <a:gd name="adj" fmla="val 5000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21031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173B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345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3429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que le chiffre compte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886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Source, 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7797" y="1828800"/>
            <a:ext cx="3515258" cy="2926080"/>
          </a:xfrm>
          <a:prstGeom prst="roundRect">
            <a:avLst>
              <a:gd name="adj" fmla="val 5000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21031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173B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6 %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429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que le chiffre compte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3886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Source, date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chiffre sans sa source et sa date ne se présente pas.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ODEB LONODJI · lonodji.org/odeb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024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 qui vient ensuite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ÉTAPES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856232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Première étape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7830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demande, qui la porte, quand.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34440" y="3035808"/>
            <a:ext cx="10378440" cy="0"/>
          </a:xfrm>
          <a:prstGeom prst="line">
            <a:avLst/>
          </a:prstGeom>
          <a:noFill/>
          <a:ln w="9525">
            <a:solidFill>
              <a:srgbClr val="D5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82112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Deuxième étape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10896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demande, qui la porte, quand.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34440" y="4361688"/>
            <a:ext cx="10378440" cy="0"/>
          </a:xfrm>
          <a:prstGeom prst="line">
            <a:avLst/>
          </a:prstGeom>
          <a:noFill/>
          <a:ln w="9525">
            <a:solidFill>
              <a:srgbClr val="D5DD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507992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Troisième étape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43484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demande, qui la porte, quand.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ODEB LONODJI · lonodji.org/odeb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nodji/public/odeb/identite/odeb-lonodji-embleme-superposable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008" y="91440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3154680"/>
            <a:ext cx="9448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Sur les traces de nos ancêtres, bâtissons notre avenir.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4434840"/>
            <a:ext cx="9448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6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Organisation pour le Développement et l’Émergence Bedjonde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CE6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lonodji.org/odeb · +235 66 29 94 03 (appel et WhatsApp)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ODEB LONODJI · lonodji.org/odeb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ADEB LONODJI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de diaporama ODEB LONODJI</dc:title>
  <dc:subject>Identité visuelle « Les Pas vers l'Avenir »</dc:subject>
  <dc:creator>ADEB LONODJI</dc:creator>
  <cp:lastModifiedBy>ADEB LONODJI</cp:lastModifiedBy>
  <cp:revision>1</cp:revision>
  <dcterms:created xsi:type="dcterms:W3CDTF">2026-09-29T01:54:36Z</dcterms:created>
  <dcterms:modified xsi:type="dcterms:W3CDTF">2026-09-29T01:54:36Z</dcterms:modified>
</cp:coreProperties>
</file>